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Short answer: not consistently.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With 12 labeled scenes every pretrained encoder beats random initialization, but SAR pretraining beats optical only for the CNN, and only while labels are scarce.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otivation"/>
          <p:cNvSpPr txBox="1"/>
          <p:nvPr/>
        </p:nvSpPr>
        <p:spPr>
          <a:xfrm>
            <a:off x="1042416" y="7644384"/>
            <a:ext cx="8293608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have no matching AIS report. Sentinel-1 SAR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sees them at night and through cloud.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Vessels fill a few pixels in a 25,000-pixel scene. Sea clutter and coastlines give strong false returns.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Human-verified labels are scarce.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Pretraining can lower the label cost, but which source domain helps most, and does the answer depend on the backbone?</a:t>
            </a:r>
          </a:p>
        </p:txBody>
      </p:sp>
      <p:sp>
        <p:nvSpPr>
          <p:cNvPr id="15" name="heading: Data: xView3-SAR [1]"/>
          <p:cNvSpPr txBox="1"/>
          <p:nvPr/>
        </p:nvSpPr>
        <p:spPr>
          <a:xfrm>
            <a:off x="786384" y="1335024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6" name="rule: Data: xView3-SAR [1]"/>
          <p:cNvCxnSpPr/>
          <p:nvPr/>
        </p:nvCxnSpPr>
        <p:spPr>
          <a:xfrm>
            <a:off x="786384" y="1412748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scene context" descr="scene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40" y="14401800"/>
            <a:ext cx="6800758" cy="3283125"/>
          </a:xfrm>
          <a:prstGeom prst="rect">
            <a:avLst/>
          </a:prstGeom>
        </p:spPr>
      </p:pic>
      <p:sp>
        <p:nvSpPr>
          <p:cNvPr id="18" name="scene caption"/>
          <p:cNvSpPr txBox="1"/>
          <p:nvPr/>
        </p:nvSpPr>
        <p:spPr>
          <a:xfrm>
            <a:off x="1042416" y="17776365"/>
            <a:ext cx="8293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One Sentinel-1 scene (about 300 × 220 km) and one 800-pixel chip (8 × 8 km).</a:t>
            </a:r>
          </a:p>
        </p:txBody>
      </p:sp>
      <p:sp>
        <p:nvSpPr>
          <p:cNvPr id="19" name="data bullets"/>
          <p:cNvSpPr txBox="1"/>
          <p:nvPr/>
        </p:nvSpPr>
        <p:spPr>
          <a:xfrm>
            <a:off x="1042416" y="18553605"/>
            <a:ext cx="8293608" cy="5220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150 frozen study scenes: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111 train, 23 dev, 16 test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Nested budgets: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12 ⊂ 28 ⊂ 56 ⊂ 111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training scenes (10, 25, 50, 100%).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near-shore,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opened once after test scoring: 8,642 vessels, 3,644 dark, 2,686 within 2 km of shore.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Input [VH, VV, VH−VV] in dB, 10 m pixels.</a:t>
            </a:r>
          </a:p>
        </p:txBody>
      </p:sp>
      <p:sp>
        <p:nvSpPr>
          <p:cNvPr id="20" name="heading: References"/>
          <p:cNvSpPr txBox="1"/>
          <p:nvPr/>
        </p:nvSpPr>
        <p:spPr>
          <a:xfrm>
            <a:off x="786384" y="2393899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References</a:t>
            </a:r>
          </a:p>
        </p:txBody>
      </p:sp>
      <p:cxnSp>
        <p:nvCxnSpPr>
          <p:cNvPr id="21" name="rule: References"/>
          <p:cNvCxnSpPr/>
          <p:nvPr/>
        </p:nvCxnSpPr>
        <p:spPr>
          <a:xfrm>
            <a:off x="786384" y="2471623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ferences"/>
          <p:cNvSpPr txBox="1"/>
          <p:nvPr/>
        </p:nvSpPr>
        <p:spPr>
          <a:xfrm>
            <a:off x="1042416" y="24990552"/>
            <a:ext cx="8293608" cy="66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F. S. Paolo et al. xView3-SAR: Detecting dark fishing activity using SAR imagery. NeurIPS 2022.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R. Torres et al. GMES Sentinel-1 mission. Remote Sens. Environ. 2012.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[3]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Dosovitskiy et al. An image is worth 16×16 words. ICLR 2021.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[4]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S. Woo et al. ConvNeXt V2: Co-designing and scaling ConvNets with masked autoencoders. CVPR 2023.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[5]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Steiner et al. How to train your ViT? TMLR 2022.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[6]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J. Straka and I. Gruber. SatDINO: Self-supervised pretraining for remote sensing. arXiv:2508.21402, 2025.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[7]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D. Liu et al. SARMAE: Masked autoencoder for SAR representation learning. CVPR 2026.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[8]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K. N. Clasen et al. reBEN: Refined BigEarthNet dataset. IGARSS 2025.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[9]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X. Zhou, D. Wang, and P. Krähenbühl. Objects as points. arXiv:1904.07850, 2019.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[10]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T.-Y. Lin et al. Focal loss for dense object detection. ICCV 2017.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Fuller, K. Millard, and J. R. Green. CROMA: Contrastive radar-optical masked autoencoders. NeurIPS 2023.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Z. Xiong et al. Neural plasticity-inspired multimodal foundation model for Earth observation (DOFA). arXiv:2403.15356, 2024.</a:t>
            </a:r>
          </a:p>
        </p:txBody>
      </p:sp>
      <p:sp>
        <p:nvSpPr>
          <p:cNvPr id="23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4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497311" y="7744968"/>
          <a:ext cx="829360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017520"/>
                <a:gridCol w="3218688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26" name="design note"/>
          <p:cNvSpPr txBox="1"/>
          <p:nvPr/>
        </p:nvSpPr>
        <p:spPr>
          <a:xfrm>
            <a:off x="10497311" y="12042648"/>
            <a:ext cx="829360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Only the initialization changes inside a track (86M vs. 89M parameters). We compare domains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within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an architecture, then check whether the pattern repeats across the two.</a:t>
            </a:r>
          </a:p>
        </p:txBody>
      </p:sp>
      <p:sp>
        <p:nvSpPr>
          <p:cNvPr id="27" name="heading: One shared point detector"/>
          <p:cNvSpPr txBox="1"/>
          <p:nvPr/>
        </p:nvSpPr>
        <p:spPr>
          <a:xfrm>
            <a:off x="10241280" y="14694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28" name="rule: One shared point detector"/>
          <p:cNvCxnSpPr/>
          <p:nvPr/>
        </p:nvCxnSpPr>
        <p:spPr>
          <a:xfrm>
            <a:off x="10241280" y="15471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nput"/>
          <p:cNvSpPr/>
          <p:nvPr/>
        </p:nvSpPr>
        <p:spPr>
          <a:xfrm>
            <a:off x="10497311" y="16431768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0" name="encoder group"/>
          <p:cNvSpPr/>
          <p:nvPr/>
        </p:nvSpPr>
        <p:spPr>
          <a:xfrm>
            <a:off x="12600432" y="16066008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ncoder group label"/>
          <p:cNvSpPr txBox="1"/>
          <p:nvPr/>
        </p:nvSpPr>
        <p:spPr>
          <a:xfrm>
            <a:off x="12600432" y="1570024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2" name="ViT encoder"/>
          <p:cNvSpPr/>
          <p:nvPr/>
        </p:nvSpPr>
        <p:spPr>
          <a:xfrm>
            <a:off x="12737592" y="16157448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3" name="CNN encoder"/>
          <p:cNvSpPr/>
          <p:nvPr/>
        </p:nvSpPr>
        <p:spPr>
          <a:xfrm>
            <a:off x="12737592" y="17163288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4" name="head"/>
          <p:cNvSpPr/>
          <p:nvPr/>
        </p:nvSpPr>
        <p:spPr>
          <a:xfrm>
            <a:off x="16623792" y="16431768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5" name="input to ViT"/>
          <p:cNvCxnSpPr/>
          <p:nvPr/>
        </p:nvCxnSpPr>
        <p:spPr>
          <a:xfrm flipV="1">
            <a:off x="12234672" y="16546068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nput to CNN"/>
          <p:cNvCxnSpPr/>
          <p:nvPr/>
        </p:nvCxnSpPr>
        <p:spPr>
          <a:xfrm>
            <a:off x="12234672" y="17026128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ncoders to head"/>
          <p:cNvCxnSpPr/>
          <p:nvPr/>
        </p:nvCxnSpPr>
        <p:spPr>
          <a:xfrm>
            <a:off x="16166592" y="17026128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coring"/>
          <p:cNvSpPr/>
          <p:nvPr/>
        </p:nvSpPr>
        <p:spPr>
          <a:xfrm>
            <a:off x="10497311" y="18352008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39" name="threshold"/>
          <p:cNvSpPr/>
          <p:nvPr/>
        </p:nvSpPr>
        <p:spPr>
          <a:xfrm>
            <a:off x="13399008" y="18352008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0" name="decode"/>
          <p:cNvSpPr/>
          <p:nvPr/>
        </p:nvSpPr>
        <p:spPr>
          <a:xfrm>
            <a:off x="16300703" y="18352008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1" name="head to decode"/>
          <p:cNvCxnSpPr/>
          <p:nvPr/>
        </p:nvCxnSpPr>
        <p:spPr>
          <a:xfrm>
            <a:off x="17707356" y="17574768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decode to threshold"/>
          <p:cNvCxnSpPr/>
          <p:nvPr/>
        </p:nvCxnSpPr>
        <p:spPr>
          <a:xfrm flipH="1">
            <a:off x="15889223" y="18923508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threshold to scoring"/>
          <p:cNvCxnSpPr/>
          <p:nvPr/>
        </p:nvCxnSpPr>
        <p:spPr>
          <a:xfrm flipH="1">
            <a:off x="12987527" y="18923508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etector bullets"/>
          <p:cNvSpPr txBox="1"/>
          <p:nvPr/>
        </p:nvSpPr>
        <p:spPr>
          <a:xfrm>
            <a:off x="10497311" y="19815048"/>
            <a:ext cx="8293608" cy="34107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F1 with 200 m geographic matching.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Same optimizer, schedule, crops, data order and seed (0) for every cell. Strict FP32: 567.6 H100 GPU-hours.</a:t>
            </a:r>
          </a:p>
        </p:txBody>
      </p:sp>
      <p:sp>
        <p:nvSpPr>
          <p:cNvPr id="45" name="heading: Once-only held-out protocol"/>
          <p:cNvSpPr txBox="1"/>
          <p:nvPr/>
        </p:nvSpPr>
        <p:spPr>
          <a:xfrm>
            <a:off x="10241280" y="2343607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Once-only held-out protocol</a:t>
            </a:r>
          </a:p>
        </p:txBody>
      </p:sp>
      <p:cxnSp>
        <p:nvCxnSpPr>
          <p:cNvPr id="46" name="rule: Once-only held-out protocol"/>
          <p:cNvCxnSpPr/>
          <p:nvPr/>
        </p:nvCxnSpPr>
        <p:spPr>
          <a:xfrm>
            <a:off x="10241280" y="2421331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tep 1 number"/>
          <p:cNvSpPr/>
          <p:nvPr/>
        </p:nvSpPr>
        <p:spPr>
          <a:xfrm>
            <a:off x="10634472" y="2471623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8" name="step 1"/>
          <p:cNvSpPr/>
          <p:nvPr/>
        </p:nvSpPr>
        <p:spPr>
          <a:xfrm>
            <a:off x="11457432" y="24487632"/>
            <a:ext cx="7196328" cy="100584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Train 32 cells.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A sweep on 8 dev scenes picks each checkpoint and threshold.</a:t>
            </a:r>
          </a:p>
        </p:txBody>
      </p:sp>
      <p:cxnSp>
        <p:nvCxnSpPr>
          <p:cNvPr id="49" name="step arrow 1"/>
          <p:cNvCxnSpPr/>
          <p:nvPr/>
        </p:nvCxnSpPr>
        <p:spPr>
          <a:xfrm>
            <a:off x="15055596" y="25493472"/>
            <a:ext cx="0" cy="50292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step 2 number"/>
          <p:cNvSpPr/>
          <p:nvPr/>
        </p:nvSpPr>
        <p:spPr>
          <a:xfrm>
            <a:off x="10634472" y="2622499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1" name="step 2"/>
          <p:cNvSpPr/>
          <p:nvPr/>
        </p:nvSpPr>
        <p:spPr>
          <a:xfrm>
            <a:off x="11457432" y="25996392"/>
            <a:ext cx="7196328" cy="1005840"/>
          </a:xfrm>
          <a:prstGeom prst="roundRect">
            <a:avLst/>
          </a:prstGeom>
          <a:solidFill>
            <a:srgbClr val="EBF4FA"/>
          </a:solidFill>
          <a:ln w="254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Freeze the cohort.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Hash-bind every marker and checkpoint.</a:t>
            </a:r>
          </a:p>
        </p:txBody>
      </p:sp>
      <p:cxnSp>
        <p:nvCxnSpPr>
          <p:cNvPr id="52" name="step arrow 2"/>
          <p:cNvCxnSpPr/>
          <p:nvPr/>
        </p:nvCxnSpPr>
        <p:spPr>
          <a:xfrm>
            <a:off x="15055596" y="27002232"/>
            <a:ext cx="0" cy="50292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tep 3 number"/>
          <p:cNvSpPr/>
          <p:nvPr/>
        </p:nvSpPr>
        <p:spPr>
          <a:xfrm>
            <a:off x="10634472" y="2773375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4" name="step 3"/>
          <p:cNvSpPr/>
          <p:nvPr/>
        </p:nvSpPr>
        <p:spPr>
          <a:xfrm>
            <a:off x="11457432" y="27505152"/>
            <a:ext cx="7196328" cy="100584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Score 16 test scenes once.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Same thresholds, no retuning.</a:t>
            </a:r>
          </a:p>
        </p:txBody>
      </p:sp>
      <p:cxnSp>
        <p:nvCxnSpPr>
          <p:cNvPr id="55" name="step arrow 3"/>
          <p:cNvCxnSpPr/>
          <p:nvPr/>
        </p:nvCxnSpPr>
        <p:spPr>
          <a:xfrm>
            <a:off x="15055596" y="28510992"/>
            <a:ext cx="0" cy="50292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step 4 number"/>
          <p:cNvSpPr/>
          <p:nvPr/>
        </p:nvSpPr>
        <p:spPr>
          <a:xfrm>
            <a:off x="10634472" y="2924251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7" name="step 4"/>
          <p:cNvSpPr/>
          <p:nvPr/>
        </p:nvSpPr>
        <p:spPr>
          <a:xfrm>
            <a:off x="11457432" y="29013912"/>
            <a:ext cx="7196328" cy="100584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Open 50 verified scenes once.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Same thresholds, all 32 cells.</a:t>
            </a:r>
          </a:p>
        </p:txBody>
      </p:sp>
      <p:sp>
        <p:nvSpPr>
          <p:cNvPr id="58" name="heading: Pretraining helps most when labels are scarce"/>
          <p:cNvSpPr txBox="1"/>
          <p:nvPr/>
        </p:nvSpPr>
        <p:spPr>
          <a:xfrm>
            <a:off x="19687032" y="6702552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9" name="rule: Pretraining helps most when labels are scarce"/>
          <p:cNvCxnSpPr/>
          <p:nvPr/>
        </p:nvCxnSpPr>
        <p:spPr>
          <a:xfrm>
            <a:off x="19687032" y="7479792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figure: label efficiency" descr="poster_label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34504" y="7754112"/>
            <a:ext cx="13267944" cy="9211221"/>
          </a:xfrm>
          <a:prstGeom prst="rect">
            <a:avLst/>
          </a:prstGeom>
        </p:spPr>
      </p:pic>
      <p:sp>
        <p:nvSpPr>
          <p:cNvPr id="61" name="figure 1 caption"/>
          <p:cNvSpPr txBox="1"/>
          <p:nvPr/>
        </p:nvSpPr>
        <p:spPr>
          <a:xfrm>
            <a:off x="19943064" y="17102493"/>
            <a:ext cx="134508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matching. Each of the 32 cells is scored once with the threshold it picked on 8 dev scenes. Top: 16 held-out test scenes. Bottom: 50 near-shore, human-verified scenes. Seed 0.</a:t>
            </a:r>
          </a:p>
        </p:txBody>
      </p:sp>
      <p:sp>
        <p:nvSpPr>
          <p:cNvPr id="62" name="heading: SAR vs. optical depends on backbone and budget"/>
          <p:cNvSpPr txBox="1"/>
          <p:nvPr/>
        </p:nvSpPr>
        <p:spPr>
          <a:xfrm>
            <a:off x="19687032" y="18717768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 depends on backbone and budget</a:t>
            </a:r>
          </a:p>
        </p:txBody>
      </p:sp>
      <p:cxnSp>
        <p:nvCxnSpPr>
          <p:cNvPr id="63" name="rule: SAR vs. optical depends on backbone and budget"/>
          <p:cNvCxnSpPr/>
          <p:nvPr/>
        </p:nvCxnSpPr>
        <p:spPr>
          <a:xfrm>
            <a:off x="19687032" y="19495008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4" name="figure: SAR minus optical" descr="poster_sar_minus_opti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34504" y="19769328"/>
            <a:ext cx="13267944" cy="5539106"/>
          </a:xfrm>
          <a:prstGeom prst="rect">
            <a:avLst/>
          </a:prstGeom>
        </p:spPr>
      </p:pic>
      <p:sp>
        <p:nvSpPr>
          <p:cNvPr id="65" name="figure 2 caption"/>
          <p:cNvSpPr txBox="1"/>
          <p:nvPr/>
        </p:nvSpPr>
        <p:spPr>
          <a:xfrm>
            <a:off x="19943064" y="25445594"/>
            <a:ext cx="134508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Bars: 95% intervals from 10,000 paired scene resamples. They cover scene sampling only: retraining 28 unchanged cells moved test F1 by up to 0.043.</a:t>
            </a:r>
          </a:p>
        </p:txBody>
      </p:sp>
      <p:sp>
        <p:nvSpPr>
          <p:cNvPr id="66" name="heading: The verified scenes expose a coastal label gap"/>
          <p:cNvSpPr txBox="1"/>
          <p:nvPr/>
        </p:nvSpPr>
        <p:spPr>
          <a:xfrm>
            <a:off x="19687032" y="27038808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The verified scenes expose a coastal label gap</a:t>
            </a:r>
          </a:p>
        </p:txBody>
      </p:sp>
      <p:cxnSp>
        <p:nvCxnSpPr>
          <p:cNvPr id="67" name="rule: The verified scenes expose a coastal label gap"/>
          <p:cNvCxnSpPr/>
          <p:nvPr/>
        </p:nvCxnSpPr>
        <p:spPr>
          <a:xfrm>
            <a:off x="19687032" y="27816048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stat 1 value"/>
          <p:cNvSpPr txBox="1"/>
          <p:nvPr/>
        </p:nvSpPr>
        <p:spPr>
          <a:xfrm>
            <a:off x="19943064" y="27998928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0.4% → 31%</a:t>
            </a:r>
          </a:p>
        </p:txBody>
      </p:sp>
      <p:sp>
        <p:nvSpPr>
          <p:cNvPr id="69" name="stat 1 label"/>
          <p:cNvSpPr txBox="1"/>
          <p:nvPr/>
        </p:nvSpPr>
        <p:spPr>
          <a:xfrm>
            <a:off x="19943064" y="28867608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vessels within 2 km of shore: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training labels → verified scenes</a:t>
            </a:r>
          </a:p>
        </p:txBody>
      </p:sp>
      <p:sp>
        <p:nvSpPr>
          <p:cNvPr id="70" name="stat 2 value"/>
          <p:cNvSpPr txBox="1"/>
          <p:nvPr/>
        </p:nvSpPr>
        <p:spPr>
          <a:xfrm>
            <a:off x="24426672" y="27998928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34 / 4,302</a:t>
            </a:r>
          </a:p>
        </p:txBody>
      </p:sp>
      <p:sp>
        <p:nvSpPr>
          <p:cNvPr id="71" name="stat 2 label"/>
          <p:cNvSpPr txBox="1"/>
          <p:nvPr/>
        </p:nvSpPr>
        <p:spPr>
          <a:xfrm>
            <a:off x="24426672" y="28867608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cell's predictions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within 2 km of shore</a:t>
            </a:r>
          </a:p>
        </p:txBody>
      </p:sp>
      <p:sp>
        <p:nvSpPr>
          <p:cNvPr id="72" name="stat 3 value"/>
          <p:cNvSpPr txBox="1"/>
          <p:nvPr/>
        </p:nvSpPr>
        <p:spPr>
          <a:xfrm>
            <a:off x="28910280" y="27998928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0.724</a:t>
            </a:r>
          </a:p>
        </p:txBody>
      </p:sp>
      <p:sp>
        <p:nvSpPr>
          <p:cNvPr id="73" name="stat 3 label"/>
          <p:cNvSpPr txBox="1"/>
          <p:nvPr/>
        </p:nvSpPr>
        <p:spPr>
          <a:xfrm>
            <a:off x="28910280" y="28867608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cell's offshore verified F1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(0.574 overall)</a:t>
            </a:r>
          </a:p>
        </p:txBody>
      </p:sp>
      <p:sp>
        <p:nvSpPr>
          <p:cNvPr id="74" name="stat note"/>
          <p:cNvSpPr txBox="1"/>
          <p:nvPr/>
        </p:nvSpPr>
        <p:spPr>
          <a:xfrm>
            <a:off x="19943064" y="29782008"/>
            <a:ext cx="134508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Every cell reaches at most 0.021 near-shore recall and 0.228 dark-vessel recall, while precision stays at 0.639–0.909: the detectors learned to stay silent near shore.</a:t>
            </a:r>
          </a:p>
        </p:txBody>
      </p:sp>
      <p:sp>
        <p:nvSpPr>
          <p:cNvPr id="75" name="heading: Findings"/>
          <p:cNvSpPr txBox="1"/>
          <p:nvPr/>
        </p:nvSpPr>
        <p:spPr>
          <a:xfrm>
            <a:off x="34299144" y="670255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76" name="rule: Findings"/>
          <p:cNvCxnSpPr/>
          <p:nvPr/>
        </p:nvCxnSpPr>
        <p:spPr>
          <a:xfrm>
            <a:off x="34299144" y="747979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hero number"/>
          <p:cNvSpPr txBox="1"/>
          <p:nvPr/>
        </p:nvSpPr>
        <p:spPr>
          <a:xfrm>
            <a:off x="34555176" y="766267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009E73"/>
                </a:solidFill>
                <a:latin typeface="Arial"/>
              </a:rPr>
              <a:t>12 / 12</a:t>
            </a:r>
          </a:p>
        </p:txBody>
      </p:sp>
      <p:sp>
        <p:nvSpPr>
          <p:cNvPr id="78" name="hero caption"/>
          <p:cNvSpPr txBox="1"/>
          <p:nvPr/>
        </p:nvSpPr>
        <p:spPr>
          <a:xfrm>
            <a:off x="34555176" y="871423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pretrained-vs-random comparisons at 12 training scenes have a 95% interval above zero.</a:t>
            </a:r>
          </a:p>
        </p:txBody>
      </p:sp>
      <p:sp>
        <p:nvSpPr>
          <p:cNvPr id="79" name="findings"/>
          <p:cNvSpPr txBox="1"/>
          <p:nvPr/>
        </p:nvSpPr>
        <p:spPr>
          <a:xfrm>
            <a:off x="34555176" y="9994392"/>
            <a:ext cx="8293608" cy="8567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Gains at 12 scenes: +0.063 to +0.143 test F1, +0.048 to +0.111 verified F1.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 beats optical only for the CNN, and only with few labels: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+0.080 [+0.036, +0.121] test F1 at 12 scenes, but −0.073 [−0.101, −0.046] verified F1 at 111. ViT: no stable order.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a seeded 3-channel stem instead of band slicing, BigEarthNet-S2 beats random at every budget (+0.025 to +0.063 test F1).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coastal gap is a label gap.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Only 0.4% of training vessels lie within 2 km of shore, against 31% of verified ones.</a:t>
            </a:r>
          </a:p>
        </p:txBody>
      </p:sp>
      <p:sp>
        <p:nvSpPr>
          <p:cNvPr id="80" name="heading: Limits"/>
          <p:cNvSpPr txBox="1"/>
          <p:nvPr/>
        </p:nvSpPr>
        <p:spPr>
          <a:xfrm>
            <a:off x="34299144" y="1861718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81" name="rule: Limits"/>
          <p:cNvCxnSpPr/>
          <p:nvPr/>
        </p:nvCxnSpPr>
        <p:spPr>
          <a:xfrm>
            <a:off x="34299144" y="1939442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limits"/>
          <p:cNvSpPr txBox="1"/>
          <p:nvPr/>
        </p:nvSpPr>
        <p:spPr>
          <a:xfrm>
            <a:off x="34555176" y="19668744"/>
            <a:ext cx="8293608" cy="3922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pick checkpoints and thresholds.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Monotonicity gate failed: two SAR test curves drop by more than 0.02 as labels grow.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differ in objective and corpus, not only domain.</a:t>
            </a:r>
          </a:p>
        </p:txBody>
      </p:sp>
      <p:sp>
        <p:nvSpPr>
          <p:cNvPr id="83" name="heading: Open questions &amp; next steps"/>
          <p:cNvSpPr txBox="1"/>
          <p:nvPr/>
        </p:nvSpPr>
        <p:spPr>
          <a:xfrm>
            <a:off x="34299144" y="2379268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84" name="rule: Open questions &amp; next steps"/>
          <p:cNvCxnSpPr/>
          <p:nvPr/>
        </p:nvCxnSpPr>
        <p:spPr>
          <a:xfrm>
            <a:off x="34299144" y="2456992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pen questions"/>
          <p:cNvSpPr txBox="1"/>
          <p:nvPr/>
        </p:nvSpPr>
        <p:spPr>
          <a:xfrm>
            <a:off x="34555176" y="24844248"/>
            <a:ext cx="8293608" cy="6793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How do multi-sensor foundation models such as CROMA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[11]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and DOFA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fare against single-source checkpoints?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pretraining help where optical cannot: near shore and for small dark vessels?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Why does SARMAE peak at its first evaluation with 28 or fewer scenes?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near-shore training labels, a shoreline input channel, several seeds, and matched pretraining objectives across sensors.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